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080625" cy="567055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uxograma: Documento 1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pt-BR" sz="3300" b="0" u="none" strike="noStrike">
                <a:solidFill>
                  <a:srgbClr val="DD41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pt-BR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8B65A216-EC6F-49A2-8CA1-3649A9611A0C}" type="slidenum"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‹nº›</a:t>
            </a:fld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uxograma: Documento 1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pt-BR" sz="3300" b="0" u="none" strike="noStrike">
                <a:solidFill>
                  <a:srgbClr val="DD41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pt-BR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254C8A13-4D63-4DDF-BADC-8542F0936D7F}" type="slidenum"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‹nº›</a:t>
            </a:fld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pt-BR" sz="3300" b="0" u="none" strike="noStrik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pt-BR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7CB8C350-998A-4C1B-BADE-F23C22014041}" type="slidenum"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‹nº›</a:t>
            </a:fld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pt-BR" sz="3300" b="0" u="none" strike="noStrik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pt-BR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0C9AF3B9-915A-4D7E-B5A4-6BB1DDF359E8}" type="slidenum"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‹nº›</a:t>
            </a:fld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0" y="1931476"/>
            <a:ext cx="9000000" cy="4570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pt-BR" sz="3300" b="0" u="none" strike="noStrike" dirty="0">
                <a:solidFill>
                  <a:srgbClr val="DD4100"/>
                </a:solidFill>
                <a:effectLst/>
                <a:uFillTx/>
                <a:latin typeface="Arial"/>
              </a:rPr>
              <a:t>Multiplicação de Matrizes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60000" y="190516"/>
            <a:ext cx="9360000" cy="4570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pt-BR" sz="3300" b="0" u="none" strike="noStrike" dirty="0" err="1">
                <a:solidFill>
                  <a:srgbClr val="EEEEEE"/>
                </a:solidFill>
                <a:effectLst/>
                <a:uFillTx/>
                <a:latin typeface="Arial"/>
              </a:rPr>
              <a:t>Multi</a:t>
            </a:r>
            <a:r>
              <a:rPr lang="pt-BR" dirty="0" err="1"/>
              <a:t>picação</a:t>
            </a:r>
            <a:r>
              <a:rPr lang="pt-BR" dirty="0"/>
              <a:t> de Matrizes</a:t>
            </a:r>
            <a:endParaRPr lang="pt-BR" sz="3300" b="0" u="none" strike="noStrike" dirty="0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m 26"/>
          <p:cNvPicPr/>
          <p:nvPr/>
        </p:nvPicPr>
        <p:blipFill>
          <a:blip r:embed="rId2"/>
          <a:stretch/>
        </p:blipFill>
        <p:spPr>
          <a:xfrm>
            <a:off x="1536120" y="878760"/>
            <a:ext cx="6563880" cy="39812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B8C37F2-D9AF-4BBF-8B42-F7F953DB5498}" type="slidenum"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60000" y="190516"/>
            <a:ext cx="9360000" cy="4570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pt-BR" sz="3300" b="0" u="none" strike="noStrike" dirty="0" err="1">
                <a:solidFill>
                  <a:srgbClr val="EEEEEE"/>
                </a:solidFill>
                <a:effectLst/>
                <a:uFillTx/>
                <a:latin typeface="Arial"/>
              </a:rPr>
              <a:t>Multi</a:t>
            </a:r>
            <a:r>
              <a:rPr lang="pt-BR" dirty="0" err="1"/>
              <a:t>picação</a:t>
            </a:r>
            <a:r>
              <a:rPr lang="pt-BR" dirty="0"/>
              <a:t> de Matrizes</a:t>
            </a:r>
            <a:endParaRPr lang="pt-BR" sz="3300" b="0" u="none" strike="noStrike" dirty="0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m 28"/>
          <p:cNvPicPr/>
          <p:nvPr/>
        </p:nvPicPr>
        <p:blipFill>
          <a:blip r:embed="rId2"/>
          <a:stretch/>
        </p:blipFill>
        <p:spPr>
          <a:xfrm>
            <a:off x="1260000" y="870480"/>
            <a:ext cx="7380000" cy="41652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DF558DF1-B9B8-4FA8-B578-8FC4C2EFC6EB}" type="slidenum"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60000" y="190516"/>
            <a:ext cx="9360000" cy="4570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pt-BR" sz="3300" b="0" u="none" strike="noStrike" dirty="0" err="1">
                <a:solidFill>
                  <a:srgbClr val="EEEEEE"/>
                </a:solidFill>
                <a:effectLst/>
                <a:uFillTx/>
                <a:latin typeface="Arial"/>
              </a:rPr>
              <a:t>Multi</a:t>
            </a:r>
            <a:r>
              <a:rPr lang="pt-BR" dirty="0" err="1"/>
              <a:t>picação</a:t>
            </a:r>
            <a:r>
              <a:rPr lang="pt-BR" dirty="0"/>
              <a:t> de Matrizes</a:t>
            </a:r>
            <a:endParaRPr lang="pt-BR" sz="3300" b="0" u="none" strike="noStrike" dirty="0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m 30"/>
          <p:cNvPicPr/>
          <p:nvPr/>
        </p:nvPicPr>
        <p:blipFill>
          <a:blip r:embed="rId2"/>
          <a:stretch/>
        </p:blipFill>
        <p:spPr>
          <a:xfrm>
            <a:off x="540000" y="900000"/>
            <a:ext cx="8999640" cy="39913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D586645-A63D-44BD-9931-A353696EAE25}" type="slidenum"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60000" y="190516"/>
            <a:ext cx="9360000" cy="4570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pt-BR" sz="3300" b="0" u="none" strike="noStrike" dirty="0" err="1">
                <a:solidFill>
                  <a:srgbClr val="EEEEEE"/>
                </a:solidFill>
                <a:effectLst/>
                <a:uFillTx/>
                <a:latin typeface="Arial"/>
              </a:rPr>
              <a:t>Multi</a:t>
            </a:r>
            <a:r>
              <a:rPr lang="pt-BR" dirty="0" err="1"/>
              <a:t>picação</a:t>
            </a:r>
            <a:r>
              <a:rPr lang="pt-BR" dirty="0"/>
              <a:t> de Matrizes</a:t>
            </a:r>
            <a:endParaRPr lang="pt-BR" sz="3300" b="0" u="none" strike="noStrike" dirty="0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m 32"/>
          <p:cNvPicPr/>
          <p:nvPr/>
        </p:nvPicPr>
        <p:blipFill>
          <a:blip r:embed="rId2"/>
          <a:stretch/>
        </p:blipFill>
        <p:spPr>
          <a:xfrm>
            <a:off x="540000" y="1142280"/>
            <a:ext cx="8820000" cy="35748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40EA7D5-8C01-4D59-A6CA-F494D0C47073}" type="slidenum"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60000" y="190516"/>
            <a:ext cx="9360000" cy="4570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pt-BR" sz="3300" b="0" u="none" strike="noStrike" dirty="0" err="1">
                <a:solidFill>
                  <a:srgbClr val="EEEEEE"/>
                </a:solidFill>
                <a:effectLst/>
                <a:uFillTx/>
                <a:latin typeface="Arial"/>
              </a:rPr>
              <a:t>Multi</a:t>
            </a:r>
            <a:r>
              <a:rPr lang="pt-BR" dirty="0" err="1"/>
              <a:t>picação</a:t>
            </a:r>
            <a:r>
              <a:rPr lang="pt-BR" dirty="0"/>
              <a:t> de Matrizes</a:t>
            </a:r>
            <a:endParaRPr lang="pt-BR" sz="3300" b="0" u="none" strike="noStrike" dirty="0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m 34"/>
          <p:cNvPicPr/>
          <p:nvPr/>
        </p:nvPicPr>
        <p:blipFill>
          <a:blip r:embed="rId2"/>
          <a:stretch/>
        </p:blipFill>
        <p:spPr>
          <a:xfrm>
            <a:off x="1080000" y="1036080"/>
            <a:ext cx="7200000" cy="36439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FD49FA9-E8EF-426C-ADD2-681DDC96B525}" type="slidenum"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60000" y="190516"/>
            <a:ext cx="9360000" cy="4570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pt-BR" sz="3300" b="0" u="none" strike="noStrike" dirty="0" err="1">
                <a:solidFill>
                  <a:srgbClr val="EEEEEE"/>
                </a:solidFill>
                <a:effectLst/>
                <a:uFillTx/>
                <a:latin typeface="Arial"/>
              </a:rPr>
              <a:t>Multi</a:t>
            </a:r>
            <a:r>
              <a:rPr lang="pt-BR" dirty="0" err="1"/>
              <a:t>picação</a:t>
            </a:r>
            <a:r>
              <a:rPr lang="pt-BR" dirty="0"/>
              <a:t> de Matrizes</a:t>
            </a:r>
            <a:endParaRPr lang="pt-BR" sz="3300" b="0" u="none" strike="noStrike" dirty="0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m 36"/>
          <p:cNvPicPr/>
          <p:nvPr/>
        </p:nvPicPr>
        <p:blipFill>
          <a:blip r:embed="rId2"/>
          <a:stretch/>
        </p:blipFill>
        <p:spPr>
          <a:xfrm>
            <a:off x="720000" y="1080000"/>
            <a:ext cx="7658640" cy="35622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64F5FA2-58A5-4E41-96C9-915743D654B2}" type="slidenum"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60000" y="190516"/>
            <a:ext cx="9360000" cy="4570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pt-BR" sz="3300" b="0" u="none" strike="noStrike" dirty="0" err="1">
                <a:solidFill>
                  <a:srgbClr val="EEEEEE"/>
                </a:solidFill>
                <a:effectLst/>
                <a:uFillTx/>
                <a:latin typeface="Arial"/>
              </a:rPr>
              <a:t>Multi</a:t>
            </a:r>
            <a:r>
              <a:rPr lang="pt-BR" dirty="0" err="1"/>
              <a:t>picação</a:t>
            </a:r>
            <a:r>
              <a:rPr lang="pt-BR" dirty="0"/>
              <a:t> de Matrizes</a:t>
            </a:r>
            <a:endParaRPr lang="pt-BR" sz="3300" b="0" u="none" strike="noStrike" dirty="0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m 38"/>
          <p:cNvPicPr/>
          <p:nvPr/>
        </p:nvPicPr>
        <p:blipFill>
          <a:blip r:embed="rId2"/>
          <a:stretch/>
        </p:blipFill>
        <p:spPr>
          <a:xfrm>
            <a:off x="1620000" y="898200"/>
            <a:ext cx="6660000" cy="40006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950ADDF-F6A3-468C-B2DA-409873742975}" type="slidenum"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60000" y="190516"/>
            <a:ext cx="9360000" cy="4570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pt-BR" sz="3300" b="0" u="none" strike="noStrike" dirty="0" err="1">
                <a:solidFill>
                  <a:srgbClr val="EEEEEE"/>
                </a:solidFill>
                <a:effectLst/>
                <a:uFillTx/>
                <a:latin typeface="Arial"/>
              </a:rPr>
              <a:t>Multi</a:t>
            </a:r>
            <a:r>
              <a:rPr lang="pt-BR" dirty="0" err="1"/>
              <a:t>picação</a:t>
            </a:r>
            <a:r>
              <a:rPr lang="pt-BR" dirty="0"/>
              <a:t> de Matrizes</a:t>
            </a:r>
            <a:endParaRPr lang="pt-BR" sz="3300" b="0" u="none" strike="noStrike" dirty="0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m 40"/>
          <p:cNvPicPr/>
          <p:nvPr/>
        </p:nvPicPr>
        <p:blipFill>
          <a:blip r:embed="rId2"/>
          <a:stretch/>
        </p:blipFill>
        <p:spPr>
          <a:xfrm>
            <a:off x="335160" y="900000"/>
            <a:ext cx="5064840" cy="368028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42" name="Imagem 41"/>
          <p:cNvPicPr/>
          <p:nvPr/>
        </p:nvPicPr>
        <p:blipFill>
          <a:blip r:embed="rId3"/>
          <a:stretch/>
        </p:blipFill>
        <p:spPr>
          <a:xfrm>
            <a:off x="4680000" y="4228560"/>
            <a:ext cx="4320000" cy="7246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AD40BE7-B72E-4CAC-AF42-EE61502E301E}" type="slidenum"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60000" y="190516"/>
            <a:ext cx="9360000" cy="4570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pt-BR" sz="3300" b="0" u="none" strike="noStrike" dirty="0" err="1">
                <a:solidFill>
                  <a:srgbClr val="EEEEEE"/>
                </a:solidFill>
                <a:effectLst/>
                <a:uFillTx/>
                <a:latin typeface="Arial"/>
              </a:rPr>
              <a:t>Multi</a:t>
            </a:r>
            <a:r>
              <a:rPr lang="pt-BR" dirty="0" err="1"/>
              <a:t>picação</a:t>
            </a:r>
            <a:r>
              <a:rPr lang="pt-BR" dirty="0"/>
              <a:t> de Matrizes</a:t>
            </a:r>
            <a:endParaRPr lang="pt-BR" sz="3300" b="0" u="none" strike="noStrike" dirty="0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m 43"/>
          <p:cNvPicPr/>
          <p:nvPr/>
        </p:nvPicPr>
        <p:blipFill>
          <a:blip r:embed="rId2"/>
          <a:stretch/>
        </p:blipFill>
        <p:spPr>
          <a:xfrm>
            <a:off x="1440000" y="900000"/>
            <a:ext cx="6917760" cy="39614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75281BA-84D5-454D-9873-43C177C05E4B}" type="slidenum"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60000" y="190516"/>
            <a:ext cx="9360000" cy="4570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pt-BR" sz="3300" b="0" u="none" strike="noStrike" dirty="0" err="1">
                <a:solidFill>
                  <a:srgbClr val="EEEEEE"/>
                </a:solidFill>
                <a:effectLst/>
                <a:uFillTx/>
                <a:latin typeface="Arial"/>
              </a:rPr>
              <a:t>Multi</a:t>
            </a:r>
            <a:r>
              <a:rPr lang="pt-BR" dirty="0" err="1"/>
              <a:t>picação</a:t>
            </a:r>
            <a:r>
              <a:rPr lang="pt-BR" dirty="0"/>
              <a:t> de Matrizes</a:t>
            </a:r>
            <a:endParaRPr lang="pt-BR" sz="3300" b="0" u="none" strike="noStrike" dirty="0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m 45"/>
          <p:cNvPicPr/>
          <p:nvPr/>
        </p:nvPicPr>
        <p:blipFill>
          <a:blip r:embed="rId2"/>
          <a:stretch/>
        </p:blipFill>
        <p:spPr>
          <a:xfrm>
            <a:off x="1620000" y="845640"/>
            <a:ext cx="7020000" cy="41943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EEB77029-DEC8-4B19-B242-FC2DD1C5C8B4}" type="slidenum"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60000" y="190516"/>
            <a:ext cx="9360000" cy="4570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pt-BR" sz="3300" b="0" u="none" strike="noStrike" dirty="0" err="1">
                <a:solidFill>
                  <a:srgbClr val="EEEEEE"/>
                </a:solidFill>
                <a:effectLst/>
                <a:uFillTx/>
                <a:latin typeface="Arial"/>
              </a:rPr>
              <a:t>Multi</a:t>
            </a:r>
            <a:r>
              <a:rPr lang="pt-BR" dirty="0" err="1"/>
              <a:t>picação</a:t>
            </a:r>
            <a:r>
              <a:rPr lang="pt-BR" dirty="0"/>
              <a:t> de Matrizes</a:t>
            </a:r>
            <a:endParaRPr lang="pt-BR" sz="3300" b="0" u="none" strike="noStrike" dirty="0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m 47"/>
          <p:cNvPicPr/>
          <p:nvPr/>
        </p:nvPicPr>
        <p:blipFill>
          <a:blip r:embed="rId2"/>
          <a:stretch/>
        </p:blipFill>
        <p:spPr>
          <a:xfrm>
            <a:off x="3240000" y="900000"/>
            <a:ext cx="5220000" cy="40460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1345B38-5CA9-4FA9-9D99-D1D73E43E73B}" type="slidenum"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60000" y="190516"/>
            <a:ext cx="9360000" cy="4570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pt-BR" sz="3300" b="0" u="none" strike="noStrike" dirty="0" err="1">
                <a:solidFill>
                  <a:srgbClr val="EEEEEE"/>
                </a:solidFill>
                <a:effectLst/>
                <a:uFillTx/>
                <a:latin typeface="Arial"/>
              </a:rPr>
              <a:t>Multi</a:t>
            </a:r>
            <a:r>
              <a:rPr lang="pt-BR" dirty="0" err="1"/>
              <a:t>picação</a:t>
            </a:r>
            <a:r>
              <a:rPr lang="pt-BR" dirty="0"/>
              <a:t> de Matrizes</a:t>
            </a:r>
            <a:endParaRPr lang="pt-BR" sz="3300" b="0" u="none" strike="noStrike" dirty="0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m 49"/>
          <p:cNvPicPr/>
          <p:nvPr/>
        </p:nvPicPr>
        <p:blipFill>
          <a:blip r:embed="rId2"/>
          <a:stretch/>
        </p:blipFill>
        <p:spPr>
          <a:xfrm>
            <a:off x="2023920" y="1260000"/>
            <a:ext cx="6076080" cy="306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F157309-FBBB-40C6-97B6-2CB483C54C1F}" type="slidenum"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60000" y="190516"/>
            <a:ext cx="9360000" cy="4570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pt-BR" sz="3300" b="0" u="none" strike="noStrike" dirty="0" err="1">
                <a:solidFill>
                  <a:srgbClr val="EEEEEE"/>
                </a:solidFill>
                <a:effectLst/>
                <a:uFillTx/>
                <a:latin typeface="Arial"/>
              </a:rPr>
              <a:t>Multi</a:t>
            </a:r>
            <a:r>
              <a:rPr lang="pt-BR" dirty="0" err="1"/>
              <a:t>picação</a:t>
            </a:r>
            <a:r>
              <a:rPr lang="pt-BR" dirty="0"/>
              <a:t> de Matrizes</a:t>
            </a:r>
            <a:endParaRPr lang="pt-BR" sz="3300" b="0" u="none" strike="noStrike" dirty="0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m 51"/>
          <p:cNvPicPr/>
          <p:nvPr/>
        </p:nvPicPr>
        <p:blipFill>
          <a:blip r:embed="rId2"/>
          <a:stretch/>
        </p:blipFill>
        <p:spPr>
          <a:xfrm>
            <a:off x="2160000" y="854280"/>
            <a:ext cx="5400000" cy="41983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DE57E917-FF0D-4C00-A015-32A04AD15572}" type="slidenum">
              <a:t>14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55</Words>
  <Application>Microsoft Office PowerPoint</Application>
  <PresentationFormat>Personalizar</PresentationFormat>
  <Paragraphs>27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Wingdings</vt:lpstr>
      <vt:lpstr>Office</vt:lpstr>
      <vt:lpstr>Multiplicação de Matrizes</vt:lpstr>
      <vt:lpstr>Multipicação de Matrizes</vt:lpstr>
      <vt:lpstr>Multipicação de Matrizes</vt:lpstr>
      <vt:lpstr>Multipicação de Matrizes</vt:lpstr>
      <vt:lpstr>Multipicação de Matrizes</vt:lpstr>
      <vt:lpstr>Multipicação de Matrizes</vt:lpstr>
      <vt:lpstr>Multipicação de Matrizes</vt:lpstr>
      <vt:lpstr>Multipicação de Matrizes</vt:lpstr>
      <vt:lpstr>Multipicação de Matrizes</vt:lpstr>
      <vt:lpstr>Multipicação de Matrizes</vt:lpstr>
      <vt:lpstr>Multipicação de Matrizes</vt:lpstr>
      <vt:lpstr>Multipicação de Matrizes</vt:lpstr>
      <vt:lpstr>Multipicação de Matrizes</vt:lpstr>
      <vt:lpstr>Multipicação de Matrizes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Curve</dc:title>
  <dc:subject/>
  <dc:creator/>
  <dc:description>This work is licensed under a Creative Commons 0 License.
It makes use of the works of kka_libo_design@ashisuto.co.jp.</dc:description>
  <cp:lastModifiedBy>Admin</cp:lastModifiedBy>
  <cp:revision>4</cp:revision>
  <dcterms:created xsi:type="dcterms:W3CDTF">2026-08-17T20:44:42Z</dcterms:created>
  <dcterms:modified xsi:type="dcterms:W3CDTF">2026-08-19T13:38:54Z</dcterms:modified>
  <dc:language>pt-BR</dc:language>
</cp:coreProperties>
</file>